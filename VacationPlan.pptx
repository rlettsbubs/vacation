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Package total (2 people)</c:v>
                </c:pt>
              </c:strCache>
            </c:strRef>
          </c:tx>
          <c:spPr>
            <a:solidFill>
              <a:srgbClr val="1C7293">
                <a:alpha val="100000"/>
              </a:srgbClr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3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Cancun / Riviera Maya</c:v>
                  </c:pt>
                  <c:pt idx="1">
                    <c:v>Punta Cana</c:v>
                  </c:pt>
                  <c:pt idx="2">
                    <c:v>Montego Bay</c:v>
                  </c:pt>
                  <c:pt idx="3">
                    <c:v>Nassau</c:v>
                  </c:pt>
                  <c:pt idx="4">
                    <c:v>Curaçao</c:v>
                  </c:pt>
                  <c:pt idx="5">
                    <c:v>Aruba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2134</c:v>
                </c:pt>
                <c:pt idx="1">
                  <c:v>2174</c:v>
                </c:pt>
                <c:pt idx="2">
                  <c:v>2906</c:v>
                </c:pt>
                <c:pt idx="3">
                  <c:v>3408</c:v>
                </c:pt>
                <c:pt idx="4">
                  <c:v>4632</c:v>
                </c:pt>
                <c:pt idx="5">
                  <c:v>5972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B3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2B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CRYSTAL CLEAR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vacation plan — you + GF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nights · all-inclusive · crystal-clear beaches · short flights from Detroit · Aug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61 live price checks across 5 booking sites · 6 destinations · 2026-07-17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so far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4EFE6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Scouted Aruba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original target. Riu Palace Aruba, Antillas, Barceló — flights, packages, hotel-only, all logged to a price database.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4EFE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7373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came back RED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Aruba prices are objectively bad — Google Flights itself flags them “currently high.” Best complete trip: $5,972.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4EFE6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17373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66760" y="2514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Swept the whole Caribbean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30175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dates, same airport, five more destinations. Mexico and the DR deliver the same turquoise water for roughly a third of the price.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892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548640" y="5760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prices logged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4892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3429000" y="5760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sites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4892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6309360" y="5760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89720" y="4892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9189720" y="5760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scored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Aruba (in August)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4EFE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$5,972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complete trip for 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Riu Palace Aruba package — the cheapest of every source checked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4EFE6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8288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6h 40m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26280" y="27432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flight, 1 stop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32004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DTW nonstop until Dec 19. Best fare $1,842 for two — 2x your ceiling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4EFE6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8288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“HIGH”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21040" y="27432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own price flag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32004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21 Aruba observations scored RED against your baselines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9834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book Aruba this window. Keep it in the price tracker for a winter rematch — the Delta nonstop starts Dec 19 and changes the math completely.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week, same airport — six price tags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solid 4★+ all-inclusive package found, 2 people, flights + hotel + taxes, Aug 8–15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 option gets scored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criteria, weighted for the two of you. Weights and judgment scores are editable in VacationScorecard.xlsx — change them and the ranking recalculates.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4EFE6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562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8196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/ 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19456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= cheapest option; everything else scaled against 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4EFE6"/>
          </a:solidFill>
          <a:ln/>
        </p:spPr>
      </p:sp>
      <p:sp>
        <p:nvSpPr>
          <p:cNvPr id="10" name="Shape 8"/>
          <p:cNvSpPr/>
          <p:nvPr/>
        </p:nvSpPr>
        <p:spPr>
          <a:xfrm>
            <a:off x="4507992" y="18562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8196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19456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Gate-to-gate from DTW. Cancun 3h45 nonstop sets the bar; Aruba 6h40 pays for 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4EFE6"/>
          </a:solidFill>
          <a:ln/>
        </p:spPr>
      </p:sp>
      <p:sp>
        <p:nvSpPr>
          <p:cNvPr id="15" name="Shape 13"/>
          <p:cNvSpPr/>
          <p:nvPr/>
        </p:nvSpPr>
        <p:spPr>
          <a:xfrm>
            <a:off x="8302752" y="18562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15400" y="18196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Beach clarity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15400" y="219456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crystal-water score: Cabbage Beach, Costa Mujeres, Bávaro, Negril rank top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172968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4EF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337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30098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Romance / adults-only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67588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Adults-only resorts 9–10; big family resorts capped at 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172968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4EFE6"/>
          </a:solidFill>
          <a:ln/>
        </p:spPr>
      </p:sp>
      <p:sp>
        <p:nvSpPr>
          <p:cNvPr id="25" name="Shape 23"/>
          <p:cNvSpPr/>
          <p:nvPr/>
        </p:nvSpPr>
        <p:spPr>
          <a:xfrm>
            <a:off x="4507992" y="3337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07992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330098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0" y="367588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Volume-weighted social proof (log scale of review count)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172968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4EFE6"/>
          </a:solidFill>
          <a:ln/>
        </p:spPr>
      </p:sp>
      <p:sp>
        <p:nvSpPr>
          <p:cNvPr id="30" name="Shape 28"/>
          <p:cNvSpPr/>
          <p:nvPr/>
        </p:nvSpPr>
        <p:spPr>
          <a:xfrm>
            <a:off x="8302752" y="3337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15400" y="330098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Resort tier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15400" y="367588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/ Secrets class 9–10; standard 4★ 6–8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654296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4EFE6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" y="48188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4818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25880" y="47823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flexibility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25880" y="515721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Aug 8/9/10/11 starts live — Aug 8 won every time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43400" y="4654296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4EFE6"/>
          </a:solidFill>
          <a:ln/>
        </p:spPr>
      </p:sp>
      <p:sp>
        <p:nvSpPr>
          <p:cNvPr id="40" name="Shape 38"/>
          <p:cNvSpPr/>
          <p:nvPr/>
        </p:nvSpPr>
        <p:spPr>
          <a:xfrm>
            <a:off x="4507992" y="48188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4507992" y="4818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120640" y="47823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ease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20640" y="515721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from arrival airport to the resort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4654296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4EFE6"/>
          </a:solidFill>
          <a:ln/>
        </p:spPr>
      </p:sp>
      <p:sp>
        <p:nvSpPr>
          <p:cNvPr id="45" name="Shape 43"/>
          <p:cNvSpPr/>
          <p:nvPr/>
        </p:nvSpPr>
        <p:spPr>
          <a:xfrm>
            <a:off x="8302752" y="48188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6" name="Text 44"/>
          <p:cNvSpPr/>
          <p:nvPr/>
        </p:nvSpPr>
        <p:spPr>
          <a:xfrm>
            <a:off x="8302752" y="4818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915400" y="47823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 strength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915400" y="515721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depth vs typical pricing ($200 Jet Set July is live now)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= weight out of 100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said the dates could slip to the 11th — they shouldn't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check of every allowed start date (7 nights each), per-person package price, Cancun markers: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737360"/>
                <a:gridCol w="173736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 Aug 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Aug 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Aug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Aug 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Latino (adults-only)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The Vine (adults-only)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Marina El Cid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6F7F1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1605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Saturday Aug 8 → Sat Aug 15.  </a:t>
            </a:r>
            <a:pPr indent="0" marL="0"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original start was the cheapest in every single case — slipping later costs $35–100 per person. Saturday nonstops from DTW are also the most reliable.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leaderboard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 out of 10 — full 12-option grid lives in VacationScorecard.xlsx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The Vine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Cancun · adults-only 5★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554480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$2,924  total for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0" y="155448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8.40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4EFE6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624328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24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5786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Riu Latino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2944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Mujeres · adults-only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487168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$2,412  total for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09760" y="2487168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8.19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3419856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4EF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557016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57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35112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Barceló Bávaro Beach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38770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 Cana · adults-only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3419856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$2,460  total for 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09760" y="3419856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8.18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548640" y="4352544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4EFE6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4489704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4897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54480" y="44439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Riu Palace Macao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4480" y="48097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 Cana · adults-only 5★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4352544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$2,904  total for 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09760" y="4352544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8.01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548640" y="5285232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4EFE6"/>
          </a:solidFill>
          <a:ln/>
        </p:spPr>
      </p:sp>
      <p:sp>
        <p:nvSpPr>
          <p:cNvPr id="33" name="Shape 31"/>
          <p:cNvSpPr/>
          <p:nvPr/>
        </p:nvSpPr>
        <p:spPr>
          <a:xfrm>
            <a:off x="777240" y="5422392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422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554480" y="53766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Catalonia Riviera Maya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554480" y="57424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Maya · 5★ value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0" y="5285232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$2,144  total for 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509760" y="5285232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8.01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win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4937760"/>
          </a:xfrm>
          <a:prstGeom prst="roundRect">
            <a:avLst>
              <a:gd name="adj" fmla="val 2593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ROMANCE PICK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The Vine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Adults-only 5★ tower over Cancun's clearest Hotel Zone water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19,475 reviews — the most-loved resort on the list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wine tastings, preferred club, infinity pools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3h45 nonstop from DTW · 7.7 mi transfer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5349240"/>
            <a:ext cx="4709160" cy="68580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3492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$2,924 total · score 8.40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440680" cy="4937760"/>
          </a:xfrm>
          <a:prstGeom prst="roundRect">
            <a:avLst>
              <a:gd name="adj" fmla="val 2593"/>
            </a:avLst>
          </a:prstGeom>
          <a:solidFill>
            <a:srgbClr val="F4EFE6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691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PICK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0116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Riu Latino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629400" y="274320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Adults-only, opened 2024 — newest resort on the list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Mujeres: whiter sand and calmer water than the Hotel Zone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$512 cheaper than The Vine — covers excursions + spa day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3h45 nonstop · 16.8 mi transfer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29400" y="5349240"/>
            <a:ext cx="470916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53492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$2,412 total · score 8.19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top 10 — all bookable today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749040"/>
                <a:gridCol w="3108960"/>
                <a:gridCol w="914400"/>
                <a:gridCol w="146304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The Vine 5★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Cancun Hotel Zone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Latino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Costa Mujeres, Cancun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Barceló Bávaro Beach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Palace Macao 5★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Catalonia Riviera Maya 5★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Maya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Palace Punta Cana 5★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 Cana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Yucatan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del Carmen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Tequila (off-beach)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Playa del Carmen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Palace Paradise Island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Nassau, Bahamas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$3,716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Marina El Cid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 Morelos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Prices: CheapCaribbean, 2026-07-17, flights from DTW + hotel + taxes for 2 adults, Aug 8–15, $200 promo applied. Quotes move — verify at checkout.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0200" y="16002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with GF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00200" y="20116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VacationScorecard.xlsx together — nudge the yellow weights to match what you two care about and watch the ranking re-sort.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28346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for 2–3 days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00200" y="32461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get re-checked and logged to the database; August Mexico prices are soft, so a dip below $2,300 on a top-3 pick = book it.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40690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it yourself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00200" y="44805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CheapCaribbean → Hotel+Flight → Detroit → Aug 8–15 → 2 adults. $200 promo auto-applies, 24-hr free cancellation. Check the flight it picks before paying.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548640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173052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55955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lives in the repo: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github.com/rlettsBubs/Vacation — scorecard Excel, this deck, both reports, and FareScout.db with all 61 price observations for trend tracking.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2026-07-17T23:27:06Z</dcterms:created>
  <dcterms:modified xsi:type="dcterms:W3CDTF">2026-07-17T23:27:06Z</dcterms:modified>
</cp:coreProperties>
</file>